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D1A662"/>
                </a:solidFill>
              </a:defRPr>
            </a:pPr>
            <a:r>
              <a:t>FATIC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Kiến Tạo Giá Trị Bền Vững - Nâng Tầm Chuẩn Mực Sống</a:t>
            </a:r>
          </a:p>
          <a:p/>
          <a:p>
            <a:r>
              <a:t>Công Ty Cổ Phần Dịch Vụ Kỹ Thuật và Thương Mại FATIC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2C59"/>
                </a:solidFill>
              </a:defRPr>
            </a:pPr>
            <a:r>
              <a:t>Giới Thiệu Chung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FATIC là đơn vị hàng đầu trong lĩnh vực quản lý vận hành tòa nhà và bảo trì kỹ thuật công nghiệp.</a:t>
            </a:r>
          </a:p>
          <a:p>
            <a:pPr>
              <a:spcAft>
                <a:spcPts val="1000"/>
              </a:spcAft>
              <a:defRPr sz="2000"/>
            </a:pPr>
            <a:r>
              <a:t>Thành lập từ năm 2016.</a:t>
            </a:r>
          </a:p>
          <a:p>
            <a:pPr>
              <a:spcAft>
                <a:spcPts val="1000"/>
              </a:spcAft>
              <a:defRPr sz="2000"/>
            </a:pPr>
            <a:r>
              <a:t>Bề dày kinh nghiệm: Hơn 10 năm hoạt động.</a:t>
            </a:r>
          </a:p>
          <a:p>
            <a:pPr>
              <a:spcAft>
                <a:spcPts val="1000"/>
              </a:spcAft>
              <a:defRPr sz="2000"/>
            </a:pPr>
            <a:r>
              <a:t>Nhân sự: Hơn 500 nhân sự chất lượng cao.</a:t>
            </a:r>
          </a:p>
          <a:p>
            <a:pPr>
              <a:spcAft>
                <a:spcPts val="1000"/>
              </a:spcAft>
              <a:defRPr sz="2000"/>
            </a:pPr>
            <a:r>
              <a:t>Cam kết mang đến sự hài lòng tuyệt đối qua quy trình chuyên nghiệp.</a:t>
            </a:r>
          </a:p>
        </p:txBody>
      </p:sp>
      <p:pic>
        <p:nvPicPr>
          <p:cNvPr id="4" name="Picture 3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15885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2C59"/>
                </a:solidFill>
              </a:defRPr>
            </a:pPr>
            <a:r>
              <a:t>Tầm Nhìn &amp; Sứ Mệnh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Tầm Nhìn: Trở thành đơn vị hàng đầu tại Việt Nam về quản lý vận hành và bảo trì.</a:t>
            </a:r>
          </a:p>
          <a:p>
            <a:pPr>
              <a:spcAft>
                <a:spcPts val="1000"/>
              </a:spcAft>
              <a:defRPr sz="2000"/>
            </a:pPr>
            <a:r>
              <a:t>Sứ Mệnh:</a:t>
            </a:r>
          </a:p>
          <a:p>
            <a:pPr>
              <a:spcAft>
                <a:spcPts val="1000"/>
              </a:spcAft>
              <a:defRPr sz="2000"/>
            </a:pPr>
            <a:r>
              <a:t>- Dịch vụ chuyên nghiệp, minh bạch.</a:t>
            </a:r>
          </a:p>
          <a:p>
            <a:pPr>
              <a:spcAft>
                <a:spcPts val="1000"/>
              </a:spcAft>
              <a:defRPr sz="2000"/>
            </a:pPr>
            <a:r>
              <a:t>- Tối ưu chi phí, đảm bảo an toàn kỹ thuật.</a:t>
            </a:r>
          </a:p>
          <a:p>
            <a:pPr>
              <a:spcAft>
                <a:spcPts val="1000"/>
              </a:spcAft>
              <a:defRPr sz="2000"/>
            </a:pPr>
            <a:r>
              <a:t>- Kiến tạo môi trường sống nhân văn cho cộng đồng.</a:t>
            </a:r>
          </a:p>
          <a:p>
            <a:pPr>
              <a:spcAft>
                <a:spcPts val="1000"/>
              </a:spcAft>
              <a:defRPr sz="2000"/>
            </a:pPr>
            <a:r>
              <a:t>Giá Trị Cốt Lõi: Chuyên Nghiệp - Trách Nhiệm - Tận Tâm - Hiệu Quả.</a:t>
            </a:r>
          </a:p>
        </p:txBody>
      </p:sp>
      <p:pic>
        <p:nvPicPr>
          <p:cNvPr id="4" name="Picture 3" descr="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15885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2C59"/>
                </a:solidFill>
              </a:defRPr>
            </a:pPr>
            <a:r>
              <a:t>Dịch Vụ Cốt Lõi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1. Quản Lý Tòa Nhà: Vận hành chung cư, văn phòng, TTTM.</a:t>
            </a:r>
          </a:p>
          <a:p>
            <a:pPr>
              <a:spcAft>
                <a:spcPts val="1000"/>
              </a:spcAft>
              <a:defRPr sz="2000"/>
            </a:pPr>
            <a:r>
              <a:t>2. Bảo Trì Kỹ Thuật: Hệ thống điện, nước, HVAC, PCCC.</a:t>
            </a:r>
          </a:p>
          <a:p>
            <a:pPr>
              <a:spcAft>
                <a:spcPts val="1000"/>
              </a:spcAft>
              <a:defRPr sz="2000"/>
            </a:pPr>
            <a:r>
              <a:t>3. Tư Vấn Giải Pháp: Xây dựng phương án quản lý và ngân sách tối ưu.</a:t>
            </a:r>
          </a:p>
          <a:p>
            <a:pPr>
              <a:spcAft>
                <a:spcPts val="1000"/>
              </a:spcAft>
              <a:defRPr sz="2000"/>
            </a:pPr>
            <a:r>
              <a:t>4. Cung Cấp Nhân Sự: Đội ngũ chuyên gia, kỹ thuật viên đào tạo bài bản.</a:t>
            </a:r>
          </a:p>
        </p:txBody>
      </p:sp>
      <p:pic>
        <p:nvPicPr>
          <p:cNvPr id="4" name="Picture 3" descr="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15885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2C59"/>
                </a:solidFill>
              </a:defRPr>
            </a:pPr>
            <a:r>
              <a:t>Tại Sao Chọn FATIC?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Quy Trình Chuẩn: Vận hành theo ISO 9001:2015 &amp; ISO 45001.</a:t>
            </a:r>
          </a:p>
          <a:p>
            <a:pPr>
              <a:spcAft>
                <a:spcPts val="1000"/>
              </a:spcAft>
              <a:defRPr sz="2000"/>
            </a:pPr>
            <a:r>
              <a:t>Tối Ưu Chi Phí: Cam kết giảm 10-15% chi phí vận hành.</a:t>
            </a:r>
          </a:p>
          <a:p>
            <a:pPr>
              <a:spcAft>
                <a:spcPts val="1000"/>
              </a:spcAft>
              <a:defRPr sz="2000"/>
            </a:pPr>
            <a:r>
              <a:t>Công Nghệ 4.0: Ứng dụng App cư dân 'FATIC Connect' và phần mềm quản lý.</a:t>
            </a:r>
          </a:p>
          <a:p>
            <a:pPr>
              <a:spcAft>
                <a:spcPts val="1000"/>
              </a:spcAft>
              <a:defRPr sz="2000"/>
            </a:pPr>
            <a:r>
              <a:t>Nhân Sự Tận Tâm: Phục vụ bằng cả trái tim, chuyên môn cao.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2C59"/>
                </a:solidFill>
              </a:defRPr>
            </a:pPr>
            <a:r>
              <a:t>Chuyển Đổi Số &amp; Công Nghệ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Hệ thống phần mềm quản lý ERP toàn diện.</a:t>
            </a:r>
          </a:p>
          <a:p>
            <a:pPr>
              <a:spcAft>
                <a:spcPts val="1000"/>
              </a:spcAft>
              <a:defRPr sz="2000"/>
            </a:pPr>
            <a:r>
              <a:t>App Mobile FATIC Connect cho cư dân và ban quản lý.</a:t>
            </a:r>
          </a:p>
          <a:p>
            <a:pPr>
              <a:spcAft>
                <a:spcPts val="1000"/>
              </a:spcAft>
              <a:defRPr sz="2000"/>
            </a:pPr>
            <a:r>
              <a:t>Số hóa quy trình làm việc, báo cáo minh bạch.</a:t>
            </a:r>
          </a:p>
          <a:p>
            <a:pPr>
              <a:spcAft>
                <a:spcPts val="1000"/>
              </a:spcAft>
              <a:defRPr sz="2000"/>
            </a:pPr>
            <a:r>
              <a:t>Hướng tới mô hình Smart City và Green Energy vào 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2C59"/>
                </a:solidFill>
              </a:defRPr>
            </a:pPr>
            <a:r>
              <a:t>Đối Tác &amp; Dự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Đối tác chiến lược: VinHomes, NovaLand, Sun Group, Bitexco...</a:t>
            </a:r>
          </a:p>
          <a:p>
            <a:pPr>
              <a:spcAft>
                <a:spcPts val="1000"/>
              </a:spcAft>
              <a:defRPr sz="2000"/>
            </a:pPr>
            <a:r>
              <a:t>Dự án đa dạng:</a:t>
            </a:r>
          </a:p>
          <a:p>
            <a:pPr>
              <a:spcAft>
                <a:spcPts val="1000"/>
              </a:spcAft>
              <a:defRPr sz="2000"/>
            </a:pPr>
            <a:r>
              <a:t>- Khu đô thị &amp; Chung cư cao cấp.</a:t>
            </a:r>
          </a:p>
          <a:p>
            <a:pPr>
              <a:spcAft>
                <a:spcPts val="1000"/>
              </a:spcAft>
              <a:defRPr sz="2000"/>
            </a:pPr>
            <a:r>
              <a:t>- Tòa nhà văn phòng hạng A, B.</a:t>
            </a:r>
          </a:p>
          <a:p>
            <a:pPr>
              <a:spcAft>
                <a:spcPts val="1000"/>
              </a:spcAft>
              <a:defRPr sz="2000"/>
            </a:pPr>
            <a:r>
              <a:t>- Khu công nghiệp và nhà máy.</a:t>
            </a:r>
          </a:p>
        </p:txBody>
      </p:sp>
      <p:pic>
        <p:nvPicPr>
          <p:cNvPr id="4" name="Picture 3" descr="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15885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C59"/>
                </a:solidFill>
              </a:defRPr>
            </a:pPr>
            <a:r>
              <a:t>Liên Hệ Hợp Tác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>
            <a:r>
              <a:t>Để được tư vấn và hỗ trợ, vui lòng liên hệ:</a:t>
            </a:r>
          </a:p>
          <a:p>
            <a:pPr>
              <a:spcBef>
                <a:spcPts val="2000"/>
              </a:spcBef>
              <a:defRPr b="1"/>
            </a:pPr>
            <a:r>
              <a:t>Văn Phòng Hà Nội: Số 88 Láng Hạ, Đống Đa, Hà Nội</a:t>
            </a:r>
            <a:br/>
            <a:r>
              <a:t>Hotline: (+84) 24 3999 8888</a:t>
            </a:r>
          </a:p>
          <a:p>
            <a:pPr>
              <a:spcBef>
                <a:spcPts val="1000"/>
              </a:spcBef>
              <a:defRPr b="1"/>
            </a:pPr>
            <a:r>
              <a:t>Văn Phòng TP.HCM: Tầng 12, Bitexco Tower, Quận 1</a:t>
            </a:r>
            <a:br/>
            <a:r>
              <a:t>Hotline: (+84) 28 3999 9999</a:t>
            </a:r>
          </a:p>
          <a:p>
            <a:br/>
            <a:r>
              <a:t>Email: contact@fatic.com.vn</a:t>
            </a:r>
            <a:br/>
            <a:r>
              <a:t>Website: www.fatic.com.vn</a:t>
            </a:r>
          </a:p>
        </p:txBody>
      </p:sp>
      <p:pic>
        <p:nvPicPr>
          <p:cNvPr id="4" name="Picture 3" descr="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15885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